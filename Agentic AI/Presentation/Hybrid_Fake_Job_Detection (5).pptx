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49971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65760"/>
            <a:ext cx="3108960" cy="3108960"/>
          </a:xfrm>
          <a:prstGeom prst="ellipse">
            <a:avLst/>
          </a:prstGeom>
          <a:solidFill>
            <a:srgbClr val="0077B6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77724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FAKE JOB POSTING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821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Mini Project — Computer Science &amp;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Supervised + Unsupervised Machine Learning Approach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87552" y="12344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30352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87552" y="21488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48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Limitations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30352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87552" y="30632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Hybrid Approach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30352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7552" y="39776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977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530352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76672" y="12344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057400"/>
            <a:ext cx="530352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76672" y="21488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2148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530352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07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76672" y="3063240"/>
            <a:ext cx="3566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11480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Are Fake Job Postings?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" y="15819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job ads on online platforms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" y="206654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personal data, money or credentials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" y="25511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job opportunity behind the listing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" y="303580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face financial loss &amp; identity theft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" y="3520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of all online job listings are fake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" y="400507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threat targeting job seekers daily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0058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05840"/>
            <a:ext cx="40233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Why ML-Based Detection?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64608" y="1581912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job seekers trust online portals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64608" y="2066544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 &amp; inconsistent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64608" y="2551176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are easily bypassed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64608" y="3035808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automates detection at massive scale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64608" y="3520440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catches both known &amp; new fraud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64608" y="4005072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users before they are scammed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 vs  PROPOSED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43891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8404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Existing System Problems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591056"/>
            <a:ext cx="182880" cy="182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63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— easily bypassed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2139696"/>
            <a:ext cx="182880" cy="182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112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supervised learning is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688336"/>
            <a:ext cx="182880" cy="182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6609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unseen fraud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236976"/>
            <a:ext cx="182880" cy="182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2095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 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785616"/>
            <a:ext cx="182880" cy="182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758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hybrid or combined approach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4334256"/>
            <a:ext cx="182880" cy="182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3068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heavy manual intervention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79392" y="2377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</a:rPr>
              <a:t>➜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39776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05840"/>
            <a:ext cx="3886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 Our Proposed Hybrid System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9472" y="159105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563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Supervised + Unsupervised 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9472" y="213969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2112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for known patterns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9472" y="268833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6609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for anomaly detection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19472" y="323697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32095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for smart text feature extraction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9472" y="378561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37581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&amp; lower false alarms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19472" y="433425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43068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— no manual review needed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950976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Collection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8813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1005840"/>
            <a:ext cx="950976" cy="868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Cleaning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3969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1005840"/>
            <a:ext cx="950976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Preprocess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9125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005840"/>
            <a:ext cx="950976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TF-IDF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4281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005840"/>
            <a:ext cx="950976" cy="868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340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Logistic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Regression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9437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1005840"/>
            <a:ext cx="950976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Isolation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Forest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4593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1005840"/>
            <a:ext cx="950976" cy="86868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Hybrid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Prediction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97496" y="1261872"/>
            <a:ext cx="118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1005840"/>
            <a:ext cx="950976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04241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131673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Analysis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37160" y="20116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0312" y="234086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— 18,000+ labeled job postings (Fake/Real)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386584" y="20116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9736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59736" y="234086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nulls, duplicates, HTML tags &amp; special characters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4636008" y="20116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9160" y="234086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lowercase, remove stopwords, apply stemming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885432" y="2011680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58584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58584" y="234086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numeric vectors using TF-IDF Vectorizer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137160" y="3273552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0312" y="36027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classifier — predicts Fake (1) or Real (0)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2386584" y="3273552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9736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459736" y="36027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detects anomalous/unusual job patterns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4636008" y="3273552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09160" y="36027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model scores → final Fake/Real decision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6885432" y="3273552"/>
            <a:ext cx="2148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58584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Step 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58584" y="36027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Accuracy, Precision, Recall and F1-Score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393192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11480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99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77B6"/>
                </a:solidFill>
              </a:rPr>
              <a:t>Supervised Learning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</a:rPr>
              <a:t>Definition: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algorithm that predicts the probability of a binary outcome (Fake or Real).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825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</a:rPr>
              <a:t>Working: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08152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sigmoid function to map TF-IDF feature values to a probability between 0 and 1.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</a:rPr>
              <a:t>Advantage: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404164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highly interpretable, and works very well with TF-IDF text feature vectors.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E8F4F8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05840"/>
            <a:ext cx="41148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058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ISOLATION FOREST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499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77B6"/>
                </a:solidFill>
              </a:rPr>
              <a:t>Unsupervised Learning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1865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</a:rPr>
              <a:t>Definition: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12140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 detection algorithm that isolates unusual data points using random decision trees.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825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</a:rPr>
              <a:t>Working: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08152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(fake) job postings are isolated in fewer tree splits than normal (real) postings.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</a:rPr>
              <a:t>Advantage: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404164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 labeled data; detects novel and previously unseen fraud patterns automatically.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4846320"/>
            <a:ext cx="864108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554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Hybrid Model: Combines both → Higher Accuracy | Detects Known + Unknown Fraud Patterns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APPLICATIONS &amp; 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49808"/>
            <a:ext cx="2743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795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both known &amp; novel fraud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645920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184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— no manual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084832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057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with limited labeled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523744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496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millions of job postings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962656"/>
            <a:ext cx="155448" cy="1554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9352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positives &amp; missed fraud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749808"/>
            <a:ext cx="28346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749808"/>
            <a:ext cx="2743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4992" y="1207008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11795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portals — Naukri, LinkedIn, Indeed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1645920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16184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Recruitment software tools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2084832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057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job boards &amp; portals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64992" y="2523744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496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placement cells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2962656"/>
            <a:ext cx="155448" cy="1554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29352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&amp; fraud detection agencies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749808"/>
            <a:ext cx="2514600" cy="34747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749808"/>
            <a:ext cx="24231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73952" y="1207008"/>
            <a:ext cx="155448" cy="15544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11795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achieves 93% accuracy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73952" y="1645920"/>
            <a:ext cx="155448" cy="15544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1618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any single 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73952" y="2084832"/>
            <a:ext cx="155448" cy="15544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20574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millions of job seekers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73952" y="2523744"/>
            <a:ext cx="155448" cy="15544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24963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18,000+ real job posts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2962656"/>
            <a:ext cx="155448" cy="15544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9352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supervised + unsupervised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" y="3493008"/>
            <a:ext cx="8778240" cy="384048"/>
          </a:xfrm>
          <a:prstGeom prst="rect">
            <a:avLst/>
          </a:prstGeom>
          <a:solidFill>
            <a:srgbClr val="162032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51129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 BERT / Deep NLP   •   Real-time API Integration   •   Multi-language Support   •   Live Browser Extension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017520" y="4069080"/>
            <a:ext cx="310896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4069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Fake Job Posting Detection</dc:title>
  <dc:subject>PptxGenJS Presentation</dc:subject>
  <dc:creator>PptxGenJS</dc:creator>
  <cp:lastModifiedBy>PptxGenJS</cp:lastModifiedBy>
  <cp:revision>1</cp:revision>
  <dcterms:created xsi:type="dcterms:W3CDTF">2026-06-06T10:14:29Z</dcterms:created>
  <dcterms:modified xsi:type="dcterms:W3CDTF">2026-06-06T10:14:29Z</dcterms:modified>
</cp:coreProperties>
</file>